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12" d="100"/>
          <a:sy n="112" d="100"/>
        </p:scale>
        <p:origin x="112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7194-C452-4E79-E218-5EE4C2B64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D3BDD-B6EF-08EF-FE0D-B1CFE575E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68BD-A413-79C3-7B48-922BAE71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8D4E-DDA5-97D0-783D-0C3E0079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5AAF-23DD-C42E-E264-C359B51F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3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5CBB-9CB3-3E54-4839-269A1317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F479F-8747-3C91-A49F-AC4397D15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6F29F-1C1F-3791-9F15-2AA29FA8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184A4-F75E-0718-2964-470E15B2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5CAFD-6D7C-9535-E5B8-9D570B0D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7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BEBA-E9E4-A56C-C34D-607A43F6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11B80-B77F-4C5F-54FC-3B1D3A205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0C411-E343-3132-EC5D-B674C7D2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E208F-5A0D-BD5D-C64A-232D81EB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0BDE-D4FF-3DA1-BD9C-C88AB807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7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A784-18D8-4EF5-9C97-977B4CDB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584BD-5DAE-BAF6-0D01-0DEE0FEFC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FE575-FD50-A2C7-C157-215E6F038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7EEF3-0C7A-035C-9F63-A320FF48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BCC6F-6A67-CF25-28E5-0006CA46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B1D3D-6A1B-8954-8D14-BB208A6A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2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FE8D-417F-6B84-2362-B3469953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220FC-52B4-0BB2-0C85-F6DD41748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373BC-F998-1B75-5EE7-FD642B636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48386-84BD-5E6F-6336-F030B5421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0D417-5F0C-9AB4-230F-B50C79106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C1A7C-8A4E-AE56-0A3F-D7F98E97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4C4D41-612F-96A8-887E-D9BC5AB2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1930E-4918-5B4A-3A75-738B6A4F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9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4A2D-7299-CF12-98B9-44B82B90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78493-4078-9149-DEC5-2EC4DB53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B6EA2-B72F-8B36-69D0-6AF4713A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001C1-D816-1AEC-53D8-B315DD5F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9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E8740-CB02-9219-4DAF-F56C0674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E1516-7F06-AE91-C12E-0ACBF7C7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112C0-254E-D775-688B-82FFEF34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C41C-A616-6293-C0B0-20F644A2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BB9D2-C7B0-CD98-012D-84E70F72B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56206-76AB-15EA-44D8-CA2E39686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B11D8-4B81-E3AB-BFEB-3EE6AEB3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1447E-CD82-52B5-ABD7-FD5E04BC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3EB23-939D-3C27-F8D8-37B44D31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4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702B-DED4-6EBA-6EF6-6AE09525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AAB66-05BB-80A6-A08C-0E47648DD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F418D-0B17-6DB1-E42F-B74B54B5B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5BC33-8045-EACA-BEFF-61098A52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3B021-6D80-0E8E-632B-FF08403E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07ACC-17FC-4BBB-F837-84ECA6A5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9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52CE-CC73-F992-F779-7B128279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A561D-E59F-B475-0284-11EA962B6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7401F-794D-5B64-232A-1255C34B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45603-D335-89D4-747F-8C2EE8E9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587C-8F62-3C74-1561-44AE70E8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8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F53BD-3E38-ACEF-4F93-6019F4F7D1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9CF13-116D-FFF1-EC70-A5F3D7E4A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FE39-9E19-DA78-0ECC-8BCAE262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A7C6F-6BE7-6ABB-949E-10328284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D9417-CC15-9110-9243-D58EB1F9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3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23A5B-7451-3D56-9B4A-EBC72C48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3B7D9-3E93-8A84-5DAC-1BD86BF8F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2FF5D-0CE4-3630-BF1A-FC60254E2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D329C-64D8-0941-B735-EC6BC10F894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4480F-DCE7-B35E-DE93-D18839BD7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E7A16-A8BA-6CA5-44F0-B9ECE4AE6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3B545-316D-734E-BAE0-0CDB3ACF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4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0B0477B-C607-47D4-E064-9548B238A578}"/>
              </a:ext>
            </a:extLst>
          </p:cNvPr>
          <p:cNvSpPr/>
          <p:nvPr/>
        </p:nvSpPr>
        <p:spPr>
          <a:xfrm>
            <a:off x="2434590" y="1703070"/>
            <a:ext cx="3383280" cy="3383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5425E6-6F0A-1474-1007-0A2F0411BC79}"/>
              </a:ext>
            </a:extLst>
          </p:cNvPr>
          <p:cNvCxnSpPr>
            <a:cxnSpLocks/>
          </p:cNvCxnSpPr>
          <p:nvPr/>
        </p:nvCxnSpPr>
        <p:spPr>
          <a:xfrm flipV="1">
            <a:off x="3051958" y="1745673"/>
            <a:ext cx="2719450" cy="2790701"/>
          </a:xfrm>
          <a:prstGeom prst="line">
            <a:avLst/>
          </a:prstGeom>
          <a:ln w="330200" cap="sq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EC9921F-784D-18FE-E9D4-3ED3CC01CD2E}"/>
              </a:ext>
            </a:extLst>
          </p:cNvPr>
          <p:cNvSpPr/>
          <p:nvPr/>
        </p:nvSpPr>
        <p:spPr>
          <a:xfrm>
            <a:off x="2444339" y="1708068"/>
            <a:ext cx="583870" cy="338446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A11D3-A21F-C81D-05A0-4682A6B71ADC}"/>
              </a:ext>
            </a:extLst>
          </p:cNvPr>
          <p:cNvSpPr/>
          <p:nvPr/>
        </p:nvSpPr>
        <p:spPr>
          <a:xfrm rot="5400000">
            <a:off x="4114708" y="3376815"/>
            <a:ext cx="583870" cy="283896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0D6219-5864-5C90-6F90-6BA54AD2B476}"/>
              </a:ext>
            </a:extLst>
          </p:cNvPr>
          <p:cNvCxnSpPr>
            <a:cxnSpLocks/>
          </p:cNvCxnSpPr>
          <p:nvPr/>
        </p:nvCxnSpPr>
        <p:spPr>
          <a:xfrm flipV="1">
            <a:off x="5660678" y="1790700"/>
            <a:ext cx="0" cy="2711450"/>
          </a:xfrm>
          <a:prstGeom prst="line">
            <a:avLst/>
          </a:prstGeom>
          <a:ln w="3302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C54FD-B55D-91DE-AD50-D66A88E8BCD9}"/>
              </a:ext>
            </a:extLst>
          </p:cNvPr>
          <p:cNvCxnSpPr>
            <a:cxnSpLocks/>
          </p:cNvCxnSpPr>
          <p:nvPr/>
        </p:nvCxnSpPr>
        <p:spPr>
          <a:xfrm>
            <a:off x="4070350" y="3426513"/>
            <a:ext cx="1661580" cy="0"/>
          </a:xfrm>
          <a:prstGeom prst="line">
            <a:avLst/>
          </a:prstGeom>
          <a:ln w="3302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5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2026-01-17T21:47:56Z</dcterms:created>
  <dcterms:modified xsi:type="dcterms:W3CDTF">2026-01-22T02:05:13Z</dcterms:modified>
</cp:coreProperties>
</file>